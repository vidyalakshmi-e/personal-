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Calibri"/>
              </a:defRPr>
            </a:pPr>
            <a:r>
              <a:t>AI-Powered Cybersecurity Incident Response Assistant</a:t>
            </a:r>
          </a:p>
          <a:p>
            <a:pPr>
              <a:defRPr sz="1800">
                <a:solidFill>
                  <a:srgbClr val="38BDF8"/>
                </a:solidFill>
                <a:latin typeface="Calibri"/>
              </a:defRPr>
            </a:pPr>
            <a:r>
              <a:t>Autonomous Multi-Agent SOC Triage, Hybrid RAG Retrieval &amp; Real-Time Explainability</a:t>
            </a:r>
          </a:p>
          <a:p>
            <a:pPr>
              <a:spcBef>
                <a:spcPts val="600"/>
              </a:spcBef>
              <a:defRPr sz="1400" b="1">
                <a:solidFill>
                  <a:srgbClr val="22C55E"/>
                </a:solidFill>
                <a:latin typeface="Calibri"/>
              </a:defRPr>
            </a:pPr>
            <a:r>
              <a:t>System Paradigm: Detect • Analyse • Investigate • Respond •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114800"/>
            <a:ext cx="9966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CAPSTONE PROJECT SUBMISSION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Domain: Cybersecurity / Autonomous SOC Operations   |   Author: Madhumitha J   |   Repo: Madhumitha_CyberSecurity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Primary LLM: AICredits (GPT-4o-mini)  |  Fallback: NVIDIA NIM  |  Orchestrator: LangGraph  |  Vector Store: Qdrant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Problem Statement — Alert Fatigue &amp; Operational Bottlenecks in Modern SOCs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Alert Volume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Modern SOCs ingest over 10,000+ raw telemetry alerts per day from firewalls, IDSes, and EDR agents.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Over 75% of alerts are benign operational noise or duplicate flows, fatiguing human analysts.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Mean Time to Detect (MTTD) and Respond (MTTR) stretches from hours to weeks, resulting in average enterprise breach dwell times of 200+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78308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Context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Correlating a NetFlow 5-tuple alert with historical attack campaigns requires querying 4-6 disparate tools.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Crucial historical resolution intelligence and institutional incident playbooks remain siloed and unindexed.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Manual triage takes 20-45 minutes per alert, creating backlogs that adversaries exploit for lateral movement.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783080"/>
            <a:ext cx="73152" cy="2926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Black-Box AI Risks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Unregulated LLM deployments hallucinate IP addresses, invent vulnerabilities, and fabricate metrics.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Autonomous destructive actions (e.g. unverified firewall IP blocking) risk crippling business continuity.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Lack of granular explainability (why did the model classify this flow as malicious?) blocks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Business Need — Transforming SOC Economics Through Grounded GenAI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Drastic Dwell Time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Reduce alert triage time from 30+ minutes down to 300 milliseconds per flow.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Immediate prioritization: Automatically separate routine benign traffic from Critical P1 intrusions.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Free senior Tier-3 analysts from repetitive triage to focus on threat hunting and active defense.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783080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Evidence-Grounded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Every AI synthesis is strictly anchored to 4,236+ validated historical cases and MITRE ATT&amp;CK techniques.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Dense-lexical hybrid search surfaces identical historical incidents with 98.4% precision.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Eliminates hallucination risk by enforcing citation of exact flow IDs and observable telemetry drivers.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78308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Safe Human-in-the-Loop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Enforce zero unattended destructive actions: AI proposes specific containment; human analyst authorizes execution.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Analyst feedback loop dynamically stores confirmed labels and triggers continuous model refinement.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Full OpenTelemetry tracing satisfies ISO 27001, SOC2, and NIST SP 800-61r2 audit mandates.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Solution Overview — AI-Powered Incident Response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Multi-Model ML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Random Forest classifier (99.0% acc, 0.952 Macro-F1 across 9 attack families).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Calibrated Gradient Boosting intrusion risk model (ROC-AUC 0.998).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Isolation Forest anomaly detector fitted strictly on benign network baselines.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Exact Hybrid RAG (Qdrant + BM25)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FastEmbed all-MiniLM-L6-v2 (384-d dense) + Okapi BM25 keyword matching.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Linear score fusion: Score = 0.6·Dense + 0.4·BM25 in embedded Qdrant vector store.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P@1: 98.41%, MRR: 0.9889 with zero label leakage in query formulation.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160520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LangGraph Autonomous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6-node cyclical StateGraph workflow with input guardrails.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Validate Input -&gt; Detection -&gt; Analysis -&gt; Risk -&gt; Response -&gt; Final Gate.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Enforces 6 invariant checks preventing destructive automation or rogue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160520"/>
            <a:ext cx="73152" cy="2926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160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Enterprise Multi-Tier LLM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Primary LLM: AICredits (GPT-4o-mini / GPT-4o) for high-precision reasoning.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Fallback LLMs: NVIDIA NIM (Llama 3.2 11B) and Ollama local for offline air-gap.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Dual Frontends: Streamlit (frontend.py) &amp; React 19 SPA for daily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System Architecture — 10-Component Modular Architecture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System Architecture — 10 Components &amp; 7-Stage End-to-End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1.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1488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PCAP, NetFlow, Zeek/Suricata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Firewall &amp; IDS/IPS alerts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Endpoint EDR logs &amp; user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93592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1783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2. Ingestion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194560"/>
            <a:ext cx="21488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Collect -&gt; Parse &amp; Normalize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Validate RFC bounds -&gt; Deduplicate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Enrich CIDR/Asset -&gt; Queue batch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8504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3" y="1783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3. Backend &amp;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94560"/>
            <a:ext cx="21488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FastAPI ASGI + Pydantic v2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JWT RBAC Security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LangGraph State Orchestrator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3416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783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4. LangGraph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194560"/>
            <a:ext cx="21488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6-Node Cyclical Workflow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Immutable State passing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Conditional Error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16052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160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5. ML Models &amp; XAI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72000"/>
            <a:ext cx="21488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Random Forest (99.0% acc)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Gradient Boosting Risk (0.998 AUC)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Isolation Forest &amp; SHAP TreeExplainer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402336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93592" y="416052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472" y="4160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6. LLM Hierarchy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4572000"/>
            <a:ext cx="21488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Primary: AICredits (gpt-4o-mini)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Fallback: NVIDIA NIM (Llama-3.2)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Local: Ollama &amp; Offline Playbooks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02336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18504" y="416052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3" y="4160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7. RAG Knowledge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72000"/>
            <a:ext cx="21488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4,236 confirmed cases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all-MiniLM-L6-v2 ONNX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Qdrant Hybrid + BM25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6256" y="402336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3416" y="416052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6296" y="4160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8-10.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4572000"/>
            <a:ext cx="21488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4-Tier Quality Guardrails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Structured Report (P1-P4)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DeepEval (100% Rel, 0% Halluc)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Data Flow — Ingestion, Hybrid Indexing &amp; Investigation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Ingestion &amp;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Ingests CIC-IDS2017 benchmark: 2.59M records, 80 raw flow features.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Sanitization pipeline drops 291k invalid rows and 423k duplicates.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Harmonizes raw labels into 9 threat families (DDoS, DoS, PortScan, Web Attack, etc.).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Deterministic 75/25 split: 4,236 confirmed cases into Knowledge Base; 95 active alert test stream.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78308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Real-Time Query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Alert arrival: Network 5-tuple + 17 numerical flow telemetry metrics.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Zero-latency ML inference: RandomForest + Gradient Boost + SHAP drivers.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Behavioral prose generation (zero label leakage): port, duration, packet volumes, flags.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Parallel Qdrant vector retrieval + Okapi BM25 keyword matching with SQL filters.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783080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Synthesis &amp;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LangGraph state handoff: context + top-5 cases passed to Response Agent.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AICredits (GPT-4o-mini) synthesizes narrative root cause &amp; host-scoped containment.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Output guardrail validates 6 invariant checks &amp; flags requires_analyst_review=True.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Analyst triage feedback (Correct/Incorrect) triggers immediate re-embedding &amp; retraining.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Technology Stack — Comprehensive Component Justifications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Programming &amp; Backend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Language: Python 3.11 (backend, ML, agents, evaluation).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REST API: FastAPI + Uvicorn with Pydantic v2 schemas.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Security: JWT bearer tokens, SHA-256 password hashing, RBAC.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Database: SQLite system-of-record with differential vector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LLM Orchestration &amp; Gateways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Primary LLM: AICredits (GPT-4o-mini) for production triage.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Fallback LLMs: NVIDIA NIM (Llama 3.2 11B) and local Ollama.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Zero-downtime offline rule-based playbooks for air-gap resilience.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Evaluation judge: Nemotron-3-Super-120B / GPT-4o strict mode.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160520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Embeddings &amp; Vector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Embedding Model: sentence-transformers/all-MiniLM-L6-v2.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Engine: FastEmbed ONNX Runtime (sub-millisecond inference).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Vector DB: Qdrant Embedded on-disk with HNSW cosine index.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Lexical Search: In-memory Okapi BM25 with exact linear 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160520"/>
            <a:ext cx="73152" cy="2926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160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ML Engine &amp; User Interfaces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ML: Scikit-learn (RandomForest, GradientBoost, IsolationForest).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Explainability: SHAP TreeExplainer for per-flow Shapley attribution.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Web App: React 19 SPA (Vite, Tailwind CSS, Lucide, Recharts).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Local Demo: Streamlit standalone application (frontend.py).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Agent Workflow — LangGraph 6-Node Cyclical StateGraph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Nodes 1 &amp; 2: Ingestion &amp;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Node 1 (Validate Input): RFC IP bounds, port checks, injection defense.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Node 2 (Detection Agent): Random Forest + Gradient Boost ML inference.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Computes multi-class probability, anomaly percentile, and top-5 SHAP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Nodes 3 &amp; 4: Retrieval &amp; Risk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Node 3 (Analysis Agent): Hybrid dense-lexical RAG in Qdrant (top-5 cases).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Node 4 (Risk Agent): Mathematical multi-factor risk score (0-100).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Formula: 100·[0.4·Severity·Conf + 0.25·P(mal) + 0.15·Anom + 0.2·Traffic] ± RAG agreement.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160520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Nodes 5 &amp; 6: Response &amp; Safety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Node 5 (Response Agent): LLM synthesizes report &amp; containment guidance.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Node 6 (Final Validation): Enforces 6 security invariant checks.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Rewrites destructive actions into analyst proposals ('requires_analyst_review=True').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160520"/>
            <a:ext cx="73152" cy="2926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160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Human-in-the-Loop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Analyst reviews synthesized report, evidence flows, and SHAP drivers.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Actions require explicit analyst approval (no autonomous firewall blocks).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Analyst feedback relabels incidents and triggers online retraining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System Demo — Interactive SOC Dashboard &amp;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Priority Triage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Real-time ranking of 95 active incoming alerts by multi-factor risk score.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Immediate identification of Critical P1 incidents (DDoS, Infiltration).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Direct one-click investigation workflow launching multi-agent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LangGraph Execution Visualizer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Step-by-step interactive inspection of all 6 agent nodes and latency.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Total pipeline latency: 250 - 350 ms per investigation.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Direct visibility into intermediate states, SHAP values, and RAG matches.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160520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Evidence-Grounded RAG Explorer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Displays top-5 historical matching cases with exact Flow IDs.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Dense similarity scores + lexical BM25 matching breakdowns.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Full transparency: historical resolution steps and threat indicators.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160520"/>
            <a:ext cx="73152" cy="2926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160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SOC Sentinel AI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70915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Grounded conversational AI assistant powered by AICredits GPT-4o-mini.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Answers technical threat hunting queries with verifiable database citations.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Guarded against prompt injection, jailbreaks, and out-of-scope queries.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Evaluation Results — Rigorous Multi-Tier Benchmark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ML Predictive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Test Set: Held-out CIC-IDS2017 test set.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Accuracy: 99.0% across all network traffic.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Macro-F1 Score: 0.952 (robust across minority classes).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Intrusion Risk ROC-AUC: 0.998.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PR-AUC (Precision-Recall): 0.996.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Inference Latency: &lt;15 ms per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783080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RAG Retrieval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Evaluation Method: Leave-one-out historical search.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Precision@1: 98.41% (top-1 match is correct class).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Precision@5: 95.60% across top-5 candidate pool.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Mean Reciprocal Rank (MRR): 0.9889.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Hybrid Search Lift: +14.2% over pure dense cosine.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Retrieval Latency: 1.2 ms per query.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783080"/>
            <a:ext cx="73152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DeepEval &amp; Test Suites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2971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Answer Relevancy: 100.0% (Score: 1.000 / 1.0).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Faithfulness: 96.25% (Score: 0.9625 / 1.0).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Hallucination Score: 0.0% (Zero unverified claims).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Automated Test Suites: 13/13 passing (100%).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Covers API, Auth, RAG, Agents, Guardrails, and ML.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Challenges, Learnings &amp; Capstone Submission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Deliverables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09159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Architecture Diagram: architecture/Architecture_Diagram.pdf &amp; .png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Design Document: design/Design_Document.pdf (7-section complete doc)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Complete Source Code: FastAPI backend + React SPA + Streamlit UI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README File: Comprehensive documentation matching Section 6 format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API Documentation: docs/API_Documentation.pdf (complete REST specs)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Dataset Details Document: docs/Dataset_Details.pdf (CIC-IDS2017 specs)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Presentation Deck: presentation/Project_Presentation.pptx &amp; .pdf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Evaluation Reports: docs/Evaluation_Report.pdf (DeepEval &amp; RAGAS)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Sample Test Cases: tests/ (13 automated pytest test suites)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73152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Key Engineering Learnings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709159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Multi-Tier LLM Resilience: Hierarchical routing (AICredits -&gt; NVIDIA NIM -&gt; Ollama -&gt; Offline Playbooks) eliminates single-point-of-failure risks.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 Label Leakage in RAG: Abstracting flow telemetry into behavioral prose prevents premature class leakage during retrieval.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Explainability Builds Trust: Combining SHAP attributions with mathematical risk arithmetic provides the transparency SOC analysts require.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Human-in-the-Loop Safety: Output guardrails preventing autonomous destructive block actions are non-negotiable in critical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